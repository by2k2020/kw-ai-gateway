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제8회 교육 공공데이터 AI활용대회 일반부문 출품작 「AI 기반 학교 교권 보호 어시스턴트」를 소개합니다. 본 작품은 학부모 민원이 학교에 도달하기 전, AI가 분류·검색·평가하여 교사를 보호하고 학부모의 신중한 판단을 돕는 게이트웨이 시스템입니다.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출품작은 4종의 교육 공공데이터를 결합 활용합니다. 핵심은 1번 교권보호위원회 데이터로 시도·연도별 침해 시계열을 확보했고, 2번 학원 데이터로 학교가 위치한 지역 사교육 환경을 변수화했으며, 3번 사교육비조사로 학습 부담 가설을 검증했습니다.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서이초 사건 이후 교권 침해는 사회적 의제가 됐지만, 민원이 학교에 도달하기 전 단계의 AI 필터링은 어떤 시도도 없었습니다. 본 출품작이 메우려는 정확한 공백입니다.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시스템은 5단계입니다. 학부모가 입력하면 AI가 분류하고 유사 사례를 찾아 자가 점검 화면을 띄웁니다. 이 단계에서 충동적 민원이 다수 자체 종료됩니다. 그래도 진행하면 학교에 분석 리포트와 함께 정식 전달됩니다.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모델 1 — 민원 분류기의 핵심은 TF-IDF (한국어 char n-gram 2~4) + cosine similarity입니다. 각 단계가 독립 모듈이라 정식 도입 시 부분 교체가 용이합니다.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모델 2 — 유사 사례 RAG 검색의 핵심은 임베딩 벡터 공간에서 cosine 유사도 Top-3입니다. 각 단계가 독립 모듈이라 정식 도입 시 부분 교체가 용이합니다.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모델 3 — 위험도 평가 + 리포트 생성의 핵심은 유사도 가중치 합산 + 룰베이스 템플릿 생성입니다. 각 단계가 독립 모듈이라 정식 도입 시 부분 교체가 용이합니다.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모델 4 — 시도별 5년 예측 (Holt-Winters)의 핵심은 지수평활 + 감쇠 추세 + 95% 신뢰구간입니다. 각 단계가 독립 모듈이라 정식 도입 시 부분 교체가 용이합니다.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2024년 처음으로 감소한 데이터는 단순한 통계가 아닌 정책 효과의 증거입니다. 본 시스템 도입 시 추가 감소 효과를 추정할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프로토타입 — 학부모 모드 화면입니다. 우측 캡쳐 참고. 정식 시연은 라이브 데모 또는 영상으로.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프로토타입 — 학교 모드 화면입니다. 우측 캡쳐 참고. 정식 시연은 라이브 데모 또는 영상으로.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프로토타입 — 교육청 모드 화면입니다. 우측 캡쳐 참고. 정식 시연은 라이브 데모 또는 영상으로.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시연 시나리오 화면입니다. 우측 캡쳐 참고. 정식 시연은 라이브 데모 또는 영상으로.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기대 효과는 명확하지만 한계도 정직히 명시합니다. 특히 학습 데이터 규모는 정식 도입 전 반드시 보강해야 할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맑은 고딕"/>
              </a:rPr>
              <a:t>AI 기반 학교 교권 보호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0"/>
                </a:solidFill>
                <a:latin typeface="맑은 고딕"/>
              </a:rPr>
              <a:t>학부모-학교 사이의 AI 게이트웨이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EC0"/>
                </a:solidFill>
                <a:latin typeface="맑은 고딕"/>
              </a:rPr>
              <a:t>학부모 자가 점검  +  유사 사례 RAG  +  학교용 분석 리포트  +  교육청 정책 모니터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EC0"/>
                </a:solidFill>
                <a:latin typeface="맑은 고딕"/>
              </a:rPr>
              <a:t>제8회 교육 공공데이터 AI활용대회 · AI 활용 아이디어 기획 (일반)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0AEC0"/>
                </a:solidFill>
                <a:latin typeface="맑은 고딕"/>
              </a:rPr>
              <a:t>2026. 05.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활용 교육 공공데이터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룰 필수 요소 — 표지 다음 페이지 활용 데이터 명시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제공기관 / 출처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본 출품작에서의 용도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교권보호위원회 개최 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교육부 / data.go.kr 15137983</a:t>
                      </a:r>
                    </a:p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(CC BY)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시도·연도별 교권침해 시계열 + 2023→2024 정책 효과 자연실험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학원교습소정보 (전국 138,259건)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한국교육학술정보원 / open.neis.go.kr</a:t>
                      </a:r>
                    </a:p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학교 인근 사교육 공급 환경 변수 + 학부모 자녀 학습 부담 추정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초중고 사교육비조사 (2009~2025)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통계청 / KOSIS DT_1PE105</a:t>
                      </a:r>
                    </a:p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(공공데이터 자유이용)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시도별 학습 부담 ↔ 민원 발생 가설 검증용 보조 변수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(보조) 학교폭력 실태조사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교육부 / 매년 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55555"/>
                          </a:solidFill>
                          <a:latin typeface="맑은 고딕"/>
                        </a:rPr>
                        <a:t>학교 위험 환경 변수 — 학교별 민원 빈도 예측 보조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※ 모든 데이터는 공공데이터 라이선스에 따라 출처 명시 후 활용.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문제 정의 — 왜 지금 교권 보호 게이트웨이인가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2023 서이초 사건 이후 교사들은 학부모 악성 민원에 무방비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2023년 서이초 사건 — 교사 사망 사건, 학부모 악성 민원 사회 문제화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2024년 교권보호5법 시행 — 교사 보호 의무 강화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2025년 교육부 학교민원 응답시스템 추진 — 진행 중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그러나 민원 입수 단계의 사전 필터링은 부재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교사는 여전히 악성 민원에 직접 노출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학부모는 자기 민원이 정당한지 판단할 객관 기준 부재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03520" cy="411480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맑은 고딕"/>
              </a:rPr>
              <a:t>📊 교권보호위원회 개최 추이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2020년: 1,197건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2021년: 2,269건 (+89%)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2022년: 3,035건 (+34%)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2023년: 5,050건 (+66%, 서이초 사건)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2024년: 4,234건 (-16%, 첫 감소 ← 정책 효과)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→ 4년간 4.2배 증가 후 첫 감소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  <a:latin typeface="맑은 고딕"/>
              </a:rPr>
              <a:t>• → 정책 효과 검증 가능한 자연실험 데이터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솔루션 컨셉 — AI 게이트웨이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민원이 학교에 도달하기 전 AI가 분류·필터·요약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783080" cy="1828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학부모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민원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743200"/>
            <a:ext cx="1783080" cy="1828800"/>
          </a:xfrm>
          <a:prstGeom prst="roundRect">
            <a:avLst/>
          </a:prstGeom>
          <a:solidFill>
            <a:srgbClr val="E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STEP 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민원 분류
(정당/모호/악성)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743200"/>
            <a:ext cx="1783080" cy="1828800"/>
          </a:xfrm>
          <a:prstGeom prst="roundRect">
            <a:avLst/>
          </a:prstGeom>
          <a:solidFill>
            <a:srgbClr val="E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STEP 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유사 사례
RAG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743200"/>
            <a:ext cx="1783080" cy="1828800"/>
          </a:xfrm>
          <a:prstGeom prst="roundRect">
            <a:avLst/>
          </a:prstGeom>
          <a:solidFill>
            <a:srgbClr val="E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STEP 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자가 점검
결과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743200"/>
            <a:ext cx="1783080" cy="1828800"/>
          </a:xfrm>
          <a:prstGeom prst="roundRect">
            <a:avLst/>
          </a:prstGeom>
          <a:solidFill>
            <a:srgbClr val="E6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STEP 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학교용 리포트
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743200"/>
            <a:ext cx="1783080" cy="1828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맑은 고딕"/>
              </a:rPr>
              <a:t>학교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맑은 고딕"/>
              </a:rPr>
              <a:t>리포트 기반
차분한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4A4A"/>
                </a:solidFill>
                <a:latin typeface="맑은 고딕"/>
              </a:rPr>
              <a:t>↓ STEP 3 자가 점검에서 약 70% 학부모가 자체 종료 (가설)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68"/>
                </a:solidFill>
                <a:latin typeface="맑은 고딕"/>
              </a:rPr>
              <a:t>= 교사 직접 노출 감소  +  학부모 신중함 ↑  +  진짜 민원만 학교 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AI 모델 1 — 민원 분류기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방식: TF-IDF (한국어 char n-gram 2~4) + cosine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입력: 학부모 민원 텍스트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출력: 카테고리 11종 (정당-안전/학습권/학폭/시설 + 모호 + 악성-교권침해/사적영역/위협/반복 등)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학습 데이터: 30건 가상 민원 시나리오 (교총·교육부 공개 사례 기반)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성능: 4건 테스트 100% 정확 (위험도 점수 일치)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확장: 실제 도입 시 교육부 데이터로 미세조정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AI 모델 2 — 유사 사례 RAG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방식: 임베딩 벡터 공간에서 cosine 유사도 Top-3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검색: 학부모 민원 → 가장 유사한 과거 사례 3건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각 사례에 판정·근거 포함 → 학부모 자가 점검 자료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PPT 슬라이드 14의 '시연' 참고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정식 운영 시 사례 라이브러리 지속 증분 (교권보호위 의결문 등)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AI 모델 3 — 위험도 평가 + 리포트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방식: 유사도 가중치 합산 + 룰베이스 템플릿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위험도 점수: 0.0 (정당) ~ 1.0 (악성)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임계값: 0.6+ → 학교장 우선 검토 / 0.3+ → 1차 면담 / 그 외 → 정상 처리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학교용 마크다운 리포트 자동 생성 (긴급도·쟁점·권장 절차)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PPT 슬라이드 12의 '학교 모드 화면' 참고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AI 모델 4 — 시도별 5년 예측 (Holt-Winters)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방식: 지수평활 + 감쇠 추세 + 95% 신뢰구간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입력: 시도별 교권보호위 개최 건수 (2020~2024)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출력: 2025~2029 예측 + 95% 신뢰구간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정책 변수 (교권보호5법, 학교민원시스템) 효과 측정 가능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교육청용 정책 의사결정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정책 효과 측정 — 자연실험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2023→2024 첫 감소: 교권보호5법 효과 추정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64A4A"/>
                </a:solidFill>
                <a:latin typeface="맑은 고딕"/>
              </a:rPr>
              <a:t>[교권보호위 데이터 다운 후 자동 삽입] — 시도별 5년 추이 + 정책 도입 시점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관측: 2020~2023 평균 +63% 증가 → 2024 -16% 첫 감소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가설: 교권보호5법 (2024.3 시행)이 학부모 민원 감소에 영향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검증: 시도별 도입 강도 ↔ 감소율 회귀로 인과 추정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활용: 본 게이트웨이 시스템 도입 시 추가 감소 효과 예측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프로토타입 — 학부모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Streamlit 인터랙티브 데모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민원 텍스트 입력 + 작성자·자녀 학년 (선택)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🔎 AI 자가 점검 → 위험도/카테고리/긴급도 즉시 표시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유사 사례 Top 3 (사례·판정·근거) 펼침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🚦 진행 결정: 수정 / 취소 / 정식 제출 (분석 리포트 동봉)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28800"/>
            <a:ext cx="4846320" cy="3657600"/>
          </a:xfrm>
          <a:prstGeom prst="rect">
            <a:avLst/>
          </a:prstGeom>
          <a:solidFill>
            <a:srgbClr val="F4F6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55555"/>
                </a:solidFill>
              </a:rPr>
              <a:t>[시각화 자리]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streamlit_mode_10.png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프로토타입 — 학교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접수 민원 리스트 + 리포트 마크다운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접수함: 위험도·긴급도·카테고리·요약 한눈에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ID 선택 → AI 분석 리포트 전문 표시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리포트 구성: 분류 결과 + 민원 원문 + 유사 과거 사례 + 권장 대응 절차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→ 교사 단독 응대 부담 ↓, 학교장 사전 검토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28800"/>
            <a:ext cx="4846320" cy="3657600"/>
          </a:xfrm>
          <a:prstGeom prst="rect">
            <a:avLst/>
          </a:prstGeom>
          <a:solidFill>
            <a:srgbClr val="F4F6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55555"/>
                </a:solidFill>
              </a:rPr>
              <a:t>[시각화 자리]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streamlit_mode_11.png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프로토타입 — 교육청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시도별 교권 보호 현황 + 시계열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전국·시도별 교권보호위 개최 추이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정책 도입 시점 표시 (2024.3 교권보호5법)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5년 예측 + 신뢰구간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정책 효과 측정·예산 배분 의사결정 지원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28800"/>
            <a:ext cx="4846320" cy="3657600"/>
          </a:xfrm>
          <a:prstGeom prst="rect">
            <a:avLst/>
          </a:prstGeom>
          <a:solidFill>
            <a:srgbClr val="F4F6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55555"/>
                </a:solidFill>
              </a:rPr>
              <a:t>[시각화 자리]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streamlit_mode_12.png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악성 위험 → 자가 종료 → 교권 침해 예방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입력: "선생님이 우리 아이한테 숙제 안 했다고 야단쳤다는데 사과 받고 싶어요"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AI 판정: 악성 위험 (교권침해 유사), 위험도 0.77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유사 사례: 동일 패턴 교권보호위 의결문 다수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→ 학부모 자가 점검 후 제출 취소 → 교사 보호 + 가정-학교 관계 보존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28800"/>
            <a:ext cx="4846320" cy="3657600"/>
          </a:xfrm>
          <a:prstGeom prst="rect">
            <a:avLst/>
          </a:prstGeom>
          <a:solidFill>
            <a:srgbClr val="F4F6FA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55555"/>
                </a:solidFill>
              </a:rPr>
              <a:t>[시각화 자리]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streamlit_mode_13.png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기대 효과 +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정직한 한계 명시 = 신뢰성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맑은 고딕"/>
              </a:rPr>
              <a:t>✅ 기대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교사 1인당 악성 민원 직접 노출 감소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학부모 충동·과도 민원 자가 종료 (가설 70%)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진짜 민원만 학교 도달 → 행정 부담 ↓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교육청은 시도별 추이 모니터링 → 선제 정책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범정부 공공데이터 AI 활용 통합본선 연계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4A4A"/>
                </a:solidFill>
                <a:latin typeface="맑은 고딕"/>
              </a:rPr>
              <a:t>⚠️ 한계 + 후속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민원 학습 데이터 30건 — 정식 도입 시 교육부 데이터 확보 필요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RAG는 TF-IDF로 시작, 정식은 한국어 임베딩 모델(KR-SBERT 등)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위험도 임계값(0.3/0.6)은 시범 운영 후 보정 필요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학부모 거부감 우려 → 교육청 신뢰 채널 통해 도입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교사·학부모 인터뷰 후 UX 정교화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제8회 교육 공공데이터 AI활용대회  /  AI 활용 아이디어 기획 (일반)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맑은 고딕"/>
              </a:rPr>
              <a:t>데이터 출처 · 라이선스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교육부 교권보호위원회 개최 현황 — data.go.kr 15137983 (CC BY)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한국교육학술정보원 NEIS 학원교습소정보 — open.neis.go.kr Open API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통계청 KOSIS 초중고 사교육비조사 — kosis.kr DT_1PE105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교육부 학교폭력 실태조사 (보조) — 매년 공개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활용 AI 도구: Claude (Anthropic) · scikit-learn · statsmodels · streamlit · plotly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프로토타입 URL: [Streamlit Community Cloud 배포 후 기재]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  <a:latin typeface="맑은 고딕"/>
              </a:rPr>
              <a:t>• GitHub: [공개 시 기재]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